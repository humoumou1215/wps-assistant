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cafab2ad60c4100" Type="http://schemas.openxmlformats.org/package/2006/relationships/metadata/core-properties" Target="docProps/core.xml"/><Relationship Id="Rf6cc66e912814d4d" Type="http://schemas.openxmlformats.org/officeDocument/2006/relationships/officeDocument" Target="ppt/presentation.xml"/><Relationship Id="Rf9ba7c5b74a143ad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6224d2649e4552"/>
  </p:sldMasterIdLst>
  <p:notesMasterIdLst>
    <p:notesMasterId xmlns:r="http://schemas.openxmlformats.org/officeDocument/2006/relationships" r:id="Ra4949b8354624627"/>
  </p:notesMasterIdLst>
  <p:sldIdLst>
    <p:sldId xmlns:r="http://schemas.openxmlformats.org/officeDocument/2006/relationships" id="256" r:id="Rdf241b6553f349f9"/>
    <p:sldId xmlns:r="http://schemas.openxmlformats.org/officeDocument/2006/relationships" id="257" r:id="R3ec4f6c70330420b"/>
    <p:sldId xmlns:r="http://schemas.openxmlformats.org/officeDocument/2006/relationships" id="258" r:id="R9d2858c90ecc495b"/>
    <p:sldId xmlns:r="http://schemas.openxmlformats.org/officeDocument/2006/relationships" id="259" r:id="rI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c6224d2649e4552" Type="http://schemas.openxmlformats.org/officeDocument/2006/relationships/slideMaster" Target="slideMasters/slideMaster1.xml"/><Relationship Id="R3ec4f6c70330420b" Type="http://schemas.openxmlformats.org/officeDocument/2006/relationships/slide" Target="slides/slide2.xml"/><Relationship Id="R60e679c7abf84029" Type="http://schemas.openxmlformats.org/officeDocument/2006/relationships/tableStyles" Target="tableStyles.xml"/><Relationship Id="R7bdde36578594595" Type="http://schemas.openxmlformats.org/officeDocument/2006/relationships/theme" Target="theme/theme1.xml"/><Relationship Id="R9d2858c90ecc495b" Type="http://schemas.openxmlformats.org/officeDocument/2006/relationships/slide" Target="slides/slide3.xml"/><Relationship Id="Ra4949b8354624627" Type="http://schemas.openxmlformats.org/officeDocument/2006/relationships/notesMaster" Target="notesMasters/notesMaster1.xml"/><Relationship Id="Rbed116ac681a4f58" Type="http://schemas.openxmlformats.org/officeDocument/2006/relationships/presProps" Target="presProps.xml"/><Relationship Id="Rdf241b6553f349f9" Type="http://schemas.openxmlformats.org/officeDocument/2006/relationships/slide" Target="slides/slide1.xml"/><Relationship Id="rId9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aef0f3a8765b416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ff39f1f427a45da" Type="http://schemas.openxmlformats.org/officeDocument/2006/relationships/notesMaster" Target="../notesMasters/notesMaster1.xml"/><Relationship Id="R7e86bc376782485b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81c8abde688c4d01" Type="http://schemas.openxmlformats.org/officeDocument/2006/relationships/notesMaster" Target="../notesMasters/notesMaster1.xml"/><Relationship Id="Rb41eb0804f73466e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ed81d1c5e0e4020" Type="http://schemas.openxmlformats.org/officeDocument/2006/relationships/notesMaster" Target="../notesMasters/notesMaster1.xml"/><Relationship Id="Rdcbc5850be1249b3" Type="http://schemas.openxmlformats.org/officeDocument/2006/relationships/slide" Target="../slides/slide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5c1d58272684da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41db4d955544050" Type="http://schemas.openxmlformats.org/officeDocument/2006/relationships/theme" Target="theme/theme2.xml"/><Relationship Id="R8df20e8b975344f6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f20e8b975344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83e624891660497d" Type="http://schemas.openxmlformats.org/officeDocument/2006/relationships/slideLayout" Target="../slideLayouts/slideLayout1.xml"/><Relationship Id="Rcbe9b833465a453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4c563cf04f664cf0" Type="http://schemas.openxmlformats.org/officeDocument/2006/relationships/notesSlide" Target="../notesSlides/notesSlide2.xml"/><Relationship Id="Re35c1cb481f34387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3c62c86dee7427d" Type="http://schemas.openxmlformats.org/officeDocument/2006/relationships/slideLayout" Target="../slideLayouts/slideLayout1.xml"/><Relationship Id="Rc04b12a5d22244e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AA2484C2-2C82-4410-950A-CBBDF821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1036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83A56"/>
                </a:solidFill>
                <a:latin typeface="Heiti SC"/>
                <a:ea typeface="Heiti SC"/>
                <a:cs typeface="Heiti SC"/>
              </a:defRPr>
            </a:pPr>
            <a:r>
              <a:rPr sz="4800" b="1">
                <a:solidFill>
                  <a:srgbClr val="183A56"/>
                </a:solidFill>
                <a:latin typeface="Heiti SC"/>
                <a:ea typeface="Heiti SC"/>
                <a:cs typeface="Heiti SC"/>
              </a:rPr>
              <a:t>项目交付周会</a:t>
            </a:r>
          </a:p>
        </p:txBody>
      </p:sp>
      <p:sp>
        <p:nvSpPr>
          <p:cNvPr id="2" name="日期">
            <a:extLst xmlns:a="http://schemas.openxmlformats.org/drawingml/2006/main">
              <a:ext uri="{FF2B5EF4-FFF2-40B4-BE49-F238E27FC236}">
                <a16:creationId xmlns:a16="http://schemas.microsoft.com/office/drawing/2014/main" id="{D315B643-02EA-4983-B79B-B6167064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253746"/>
                </a:solidFill>
                <a:latin typeface="Heiti SC"/>
                <a:ea typeface="Heiti SC"/>
                <a:cs typeface="Heiti SC"/>
              </a:rPr>
              <a:t>2026年9月28日至10月2日</a:t>
            </a:r>
          </a:p>
        </p:txBody>
      </p:sp>
      <p:sp>
        <p:nvSpPr>
          <p:cNvPr id="3" name="部门">
            <a:extLst xmlns:a="http://schemas.openxmlformats.org/drawingml/2006/main">
              <a:ext uri="{FF2B5EF4-FFF2-40B4-BE49-F238E27FC236}">
                <a16:creationId xmlns:a16="http://schemas.microsoft.com/office/drawing/2014/main" id="{FD72A3E3-E14C-408B-A597-CA6E7725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77C8C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677C8C"/>
                </a:solidFill>
                <a:latin typeface="Heiti SC"/>
                <a:ea typeface="Heiti SC"/>
                <a:cs typeface="Heiti SC"/>
              </a:rPr>
              <a:t>产品技术部</a:t>
            </a:r>
          </a:p>
        </p:txBody>
      </p:sp>
    </p:spTree>
    <p:extLst>
      <p:ext uri="{BB962C8B-B14F-4D97-AF65-F5344CB8AC3E}">
        <p14:creationId xmlns:p14="http://schemas.microsoft.com/office/powerpoint/2010/main" val="1961025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5634E995-BF29-46AE-B123-B9192F23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A56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83A56"/>
                </a:solidFill>
                <a:latin typeface="Heiti SC"/>
                <a:ea typeface="Heiti SC"/>
                <a:cs typeface="Heiti SC"/>
              </a:rPr>
              <a:t>项目跟进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85800" y="1371600"/>
          <a:ext xmlns:a="http://schemas.openxmlformats.org/drawingml/2006/main" cx="9144000" cy="4800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0080"/>
                <a:gridCol w="2194560"/>
                <a:gridCol w="1463040"/>
                <a:gridCol w="1371600"/>
                <a:gridCol w="1828800"/>
                <a:gridCol w="1645920"/>
              </a:tblGrid>
              <a:tr h="533400">
                <a:tc>
                  <a:txBody>
                    <a:bodyPr anchor="ctr"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序号</a:t>
                      </a:r>
                    </a:p>
                  </a:txBody>
                  <a:tcPr marL="91440" marR="91440" marT="45720" marB="45720">
                    <a:solidFill>
                      <a:srgbClr val="234D6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234D6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团队</a:t>
                      </a:r>
                    </a:p>
                  </a:txBody>
                  <a:tcPr marL="91440" marR="91440" marT="45720" marB="45720">
                    <a:solidFill>
                      <a:srgbClr val="234D6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当前阶段</a:t>
                      </a:r>
                    </a:p>
                  </a:txBody>
                  <a:tcPr marL="91440" marR="91440" marT="45720" marB="45720">
                    <a:solidFill>
                      <a:srgbClr val="234D6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下一节点</a:t>
                      </a:r>
                    </a:p>
                  </a:txBody>
                  <a:tcPr marL="91440" marR="91440" marT="45720" marB="45720">
                    <a:solidFill>
                      <a:srgbClr val="234D6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234D6A"/>
                    </a:solidFill>
                  </a:tcPr>
                </a:tc>
              </a:tr>
              <a:tr h="533400"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客户工作台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应用研发组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上线准备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首周运行观察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2026-10-02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</a:tr>
              <a:tr h="533400"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经营数据集市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数据平台组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口径确认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财务口径确认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2026-10-05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统一登录改造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基础平台组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回归验证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切换后回归验证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600">
                          <a:solidFill>
                            <a:srgbClr val="2B3D4D"/>
                          </a:solidFill>
                        </a:rPr>
                        <a:t>2026-10-01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</a:tr>
              <a:tr h="533400"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</a:tr>
              <a:tr h="533400"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</a:tr>
              <a:tr h="533400"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/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165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2B530253-DBC0-44FA-AF68-744E3332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A56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83A56"/>
                </a:solidFill>
                <a:latin typeface="Heiti SC"/>
                <a:ea typeface="Heiti SC"/>
                <a:cs typeface="Heiti SC"/>
              </a:rPr>
              <a:t>本周变化</a:t>
            </a:r>
          </a:p>
        </p:txBody>
      </p:sp>
      <p:sp>
        <p:nvSpPr>
          <p:cNvPr id="2" name="安排1">
            <a:extLst xmlns:a="http://schemas.openxmlformats.org/drawingml/2006/main">
              <a:ext uri="{FF2B5EF4-FFF2-40B4-BE49-F238E27FC236}">
                <a16:creationId xmlns:a16="http://schemas.microsoft.com/office/drawing/2014/main" id="{D279006B-DD8E-4FED-87E2-FB05033D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1051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Heiti SC"/>
                <a:ea typeface="Heiti SC"/>
                <a:cs typeface="Heiti SC"/>
              </a:defRPr>
            </a:pPr>
            <a:r>
              <a:rPr b="1" sz="2000">
                <a:solidFill>
                  <a:srgbClr val="173D59"/>
                </a:solidFill>
              </a:rPr>
              <a:t>本周完成</a:t>
            </a:r>
          </a:p>
          <a:p xmlns:a="http://schemas.openxmlformats.org/drawingml/2006/main">
            <a:pPr>
              <a:spcBef>
                <a:spcPts val="800"/>
              </a:spcBef>
            </a:pPr>
            <a:r>
              <a:rPr sz="1800">
                <a:solidFill>
                  <a:srgbClr val="2B3D4D"/>
                </a:solidFill>
              </a:rPr>
              <a:t>客户工作台进入上线准备阶段；统一登录改造完成主要功能测试。</a:t>
            </a:r>
          </a:p>
        </p:txBody>
      </p:sp>
      <p:sp>
        <p:nvSpPr>
          <p:cNvPr id="3" name="安排2">
            <a:extLst xmlns:a="http://schemas.openxmlformats.org/drawingml/2006/main">
              <a:ext uri="{FF2B5EF4-FFF2-40B4-BE49-F238E27FC236}">
                <a16:creationId xmlns:a16="http://schemas.microsoft.com/office/drawing/2014/main" id="{99611A05-E16C-40ED-B06A-B29147C7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051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Heiti SC"/>
                <a:ea typeface="Heiti SC"/>
                <a:cs typeface="Heiti SC"/>
              </a:defRPr>
            </a:pPr>
            <a:r>
              <a:rPr b="1" sz="2000">
                <a:solidFill>
                  <a:srgbClr val="173D59"/>
                </a:solidFill>
              </a:rPr>
              <a:t>计划调整</a:t>
            </a:r>
          </a:p>
          <a:p xmlns:a="http://schemas.openxmlformats.org/drawingml/2006/main">
            <a:pPr>
              <a:spcBef>
                <a:spcPts val="800"/>
              </a:spcBef>
            </a:pPr>
            <a:r>
              <a:rPr sz="1800">
                <a:solidFill>
                  <a:srgbClr val="2B3D4D"/>
                </a:solidFill>
              </a:rPr>
              <a:t>经营数据集市计划于10月6日完成口径确认并准备验收。</a:t>
            </a:r>
          </a:p>
        </p:txBody>
      </p:sp>
      <p:sp>
        <p:nvSpPr>
          <p:cNvPr id="4" name="安排3">
            <a:extLst xmlns:a="http://schemas.openxmlformats.org/drawingml/2006/main">
              <a:ext uri="{FF2B5EF4-FFF2-40B4-BE49-F238E27FC236}">
                <a16:creationId xmlns:a16="http://schemas.microsoft.com/office/drawing/2014/main" id="{B2FECF25-F878-42F0-B5A2-C9820918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1051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Heiti SC"/>
                <a:ea typeface="Heiti SC"/>
                <a:cs typeface="Heiti SC"/>
              </a:defRPr>
            </a:pPr>
            <a:r>
              <a:rPr b="1" sz="2000">
                <a:solidFill>
                  <a:srgbClr val="173D59"/>
                </a:solidFill>
              </a:rPr>
              <a:t>新增关注</a:t>
            </a:r>
          </a:p>
          <a:p xmlns:a="http://schemas.openxmlformats.org/drawingml/2006/main">
            <a:pPr>
              <a:spcBef>
                <a:spcPts val="800"/>
              </a:spcBef>
            </a:pPr>
            <a:r>
              <a:rPr sz="1800">
                <a:solidFill>
                  <a:srgbClr val="2B3D4D"/>
                </a:solidFill>
              </a:rPr>
              <a:t>供应链协同等待联调环境，消息中心继续推进移动端测试。</a:t>
            </a:r>
          </a:p>
        </p:txBody>
      </p:sp>
    </p:spTree>
    <p:extLst>
      <p:ext uri="{BB962C8B-B14F-4D97-AF65-F5344CB8AC3E}">
        <p14:creationId xmlns:p14="http://schemas.microsoft.com/office/powerpoint/2010/main" val="942924000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73D59"/>
                </a:solidFill>
              </a:rPr>
              <a:t>下周安排</a:t>
            </a:r>
          </a:p>
        </p:txBody>
      </p:sp>
      <p:sp>
        <p:nvSpPr>
          <p:cNvPr id="3" name="下周工作"/>
          <p:cNvSpPr/>
          <p:nvPr/>
        </p:nvSpPr>
        <p:spPr>
          <a:xfrm>
            <a:off x="731520" y="1417320"/>
            <a:ext cx="6583680" cy="4480560"/>
          </a:xfrm>
          <a:prstGeom prst="roundRect">
            <a:avLst/>
          </a:prstGeom>
          <a:solidFill>
            <a:srgbClr val="FAFCFD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01168" bIns="164592"/>
          <a:lstStyle/>
          <a:p>
            <a:pPr algn="ctr"/>
            <a:r>
              <a:rPr b="1" sz="1900">
                <a:solidFill>
                  <a:srgbClr val="173D59"/>
                </a:solidFill>
              </a:rPr>
              <a:t>下周工作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2B3D4D"/>
                </a:solidFill>
              </a:rPr>
              <a:t>• 应用研发组跟进客户工作台试运行反馈，并为供应链协同联调预留支持力量。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2B3D4D"/>
                </a:solidFill>
              </a:rPr>
              <a:t>• 数据平台组准备经营数据集市验收，同步安排合同审批的数据支持。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2B3D4D"/>
                </a:solidFill>
              </a:rPr>
              <a:t>• 基础平台组继续验证消息中心移动端推送，跟进统一登录改造上线后观察。</a:t>
            </a:r>
          </a:p>
        </p:txBody>
      </p:sp>
      <p:sp>
        <p:nvSpPr>
          <p:cNvPr id="4" name="重点关注"/>
          <p:cNvSpPr/>
          <p:nvPr/>
        </p:nvSpPr>
        <p:spPr>
          <a:xfrm>
            <a:off x="7543800" y="1417320"/>
            <a:ext cx="3794760" cy="2240280"/>
          </a:xfrm>
          <a:prstGeom prst="roundRect">
            <a:avLst/>
          </a:prstGeom>
          <a:solidFill>
            <a:srgbClr val="EEF3F7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/>
            <a:r>
              <a:rPr b="1" sz="1800">
                <a:solidFill>
                  <a:srgbClr val="173D59"/>
                </a:solidFill>
              </a:rPr>
              <a:t>重点关注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B3D4D"/>
                </a:solidFill>
              </a:rPr>
              <a:t>经营数据集市｜财务口径确认｜两项指标待确认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B3D4D"/>
                </a:solidFill>
              </a:rPr>
              <a:t>供应链协同｜接口联调窗口｜待确认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B3D4D"/>
                </a:solidFill>
              </a:rPr>
              <a:t>合同审批｜审批节点复核｜法务复核中</a:t>
            </a:r>
          </a:p>
        </p:txBody>
      </p:sp>
      <p:sp>
        <p:nvSpPr>
          <p:cNvPr id="5" name="资源协调"/>
          <p:cNvSpPr/>
          <p:nvPr/>
        </p:nvSpPr>
        <p:spPr>
          <a:xfrm>
            <a:off x="7543800" y="3794760"/>
            <a:ext cx="3794760" cy="2103120"/>
          </a:xfrm>
          <a:prstGeom prst="roundRect">
            <a:avLst/>
          </a:prstGeom>
          <a:solidFill>
            <a:srgbClr val="FAFCFD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/>
            <a:r>
              <a:rPr b="1" sz="1800">
                <a:solidFill>
                  <a:srgbClr val="173D59"/>
                </a:solidFill>
              </a:rPr>
              <a:t>资源协调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B3D4D"/>
                </a:solidFill>
              </a:rPr>
              <a:t>应用研发组：客户工作台观察与供应链协同联调并行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B3D4D"/>
                </a:solidFill>
              </a:rPr>
              <a:t>数据平台组：经营数据集市与合同审批同步推进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B3D4D"/>
                </a:solidFill>
              </a:rPr>
              <a:t>基础平台组：消息中心验证继续占用技术支持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2026-10-01T07:30:34.2720000Z</dcterms:created>
  <dcterms:modified xsi:type="dcterms:W3CDTF">2026-10-01T07:30:34.2720000Z</dcterms:modified>
</coreProperties>
</file>