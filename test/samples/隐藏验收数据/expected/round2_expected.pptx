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生产事件数</c:v>
                </c:pt>
              </c:strCache>
            </c:strRef>
          </c:tx>
          <c:spPr>
            <a:solidFill>
              <a:srgbClr val="2B8AC6"/>
            </a:solidFill>
            <a:ln w="31750" cap="flat">
              <a:solidFill>
                <a:srgbClr val="2B8A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8AC6"/>
              </a:solidFill>
              <a:ln w="9525" cap="flat">
                <a:solidFill>
                  <a:srgbClr val="2B8A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05月</c:v>
                  </c:pt>
                  <c:pt idx="1">
                    <c:v>06月</c:v>
                  </c:pt>
                  <c:pt idx="2">
                    <c:v>07月</c:v>
                  </c:pt>
                  <c:pt idx="3">
                    <c:v>08月</c:v>
                  </c:pt>
                  <c:pt idx="4">
                    <c:v>09月</c:v>
                  </c:pt>
                  <c:pt idx="5">
                    <c:v>10月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21</c:v>
                </c:pt>
                <c:pt idx="2">
                  <c:v>12</c:v>
                </c:pt>
                <c:pt idx="3">
                  <c:v>11</c:v>
                </c:pt>
                <c:pt idx="4">
                  <c:v>9</c:v>
                </c:pt>
                <c:pt idx="5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月工作汇报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科技运行 · 重点项目 · 生产稳定 · 需求交付 · 下月重点工作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463040"/>
            <a:ext cx="3108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8A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8368" y="63276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内部材料 · 请勿外传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本月科技运行概览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核心运行指标整体平稳，自动化发布水平持续提升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0200"/>
            <a:ext cx="73152" cy="1325880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较上月下降 0.01 pct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600200"/>
            <a:ext cx="73152" cy="1325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起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较上月减少 1 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60020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需求按期交付率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96.2%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2.1 pct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600200"/>
            <a:ext cx="73152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自动化发布率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85.5%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4.2 pct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本月情况说明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6492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生产运行整体稳定，关键业务系统未发生重大中断。自动化发布覆盖范围继续扩大，交付效率较上月有所提升。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管理关注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继续推进发布自动化、监控治理与生产事件复盘闭环。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重点科技项目进展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本月重点项目按计划推进，高风险事项已纳入专项跟踪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2560320" cy="219456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7620">
            <a:solidFill>
              <a:srgbClr val="BB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63040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高风险项目须在周会上专项跟踪</a:t>
            </a:r>
            <a:endParaRPr lang="en-US" sz="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051560"/>
                <a:gridCol w="685800"/>
                <a:gridCol w="59893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当前阶段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计划上线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本月进展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核心账务系统升级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投产准备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10-15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完成生产切换方案评审，待业务确认窗口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移动银行重构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已上线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10-08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全量运行稳定，进入观察期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实时风控平台二期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UAT测试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名单接口完成验证，规则回归仍有5个用例待通过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数据中台统一指标项目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11-12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统一指标模型进入集成测试准备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统一认证平台改造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方案评审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11-18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已完成总体方案，双因子认证改造范围待确认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监管数据报送平台升级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11-25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新增监管报文模板完成50%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生产稳定性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生产事件持续压降，重点事件均已闭环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近六个月生产事件数量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1783080"/>
          <a:ext cx="5166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 P1/P2 生产事件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40680" cy="2834640"/>
        </p:xfrm>
        <a:graphic>
          <a:graphicData uri="http://schemas.openxmlformats.org/drawingml/2006/table">
            <a:tbl>
              <a:tblPr/>
              <a:tblGrid>
                <a:gridCol w="1005840"/>
                <a:gridCol w="621792"/>
                <a:gridCol w="777240"/>
                <a:gridCol w="502920"/>
                <a:gridCol w="1920240"/>
                <a:gridCol w="61264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事件描述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INC-261005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10-23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企业网银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对公转账提交失败率升高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INC-261003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支付平台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快捷支付成功率下降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10-05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核心系统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核心交易短时不可用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登录短信验证码延迟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17920" y="47365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备注：生产事件已完成根因分析和闭环跟踪。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需求交付情况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重点需求交付节奏总体可控，延期事项持续压降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353312"/>
            <a:ext cx="73152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353312"/>
            <a:ext cx="73152" cy="1170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353312"/>
            <a:ext cx="73152" cy="1170432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353312"/>
            <a:ext cx="73152" cy="11704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按已上线需求统计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延期重点需求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01568"/>
          <a:ext cx="7498080" cy="15087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188720"/>
                <a:gridCol w="164592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监管报表口径调整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监管报送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联调中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8549640" y="3401568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96528" y="3685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跟踪动作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59952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延期需求每日同步进展，必要时升级资源协调。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下月重点工作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聚焦投产准备、风险闭环和重点平台能力建设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62456" y="158191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核心账务系统升级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2456" y="183794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投产准备 · 计划 10-15 · 风险 中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362456" y="202082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完成生产切换方案评审，待业务确认窗口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67919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88036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62456" y="28163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移动银行重构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62456" y="307238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 · 计划 10-08 · 风险 低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362456" y="32552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全量运行稳定，进入观察期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62456" y="405079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实时风控平台二期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62456" y="430682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UAT测试 · 计划 10-20 · 风险 高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362456" y="448970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名单接口完成验证，规则回归仍有5个用例待通过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管理要求：重大风险事项由牵头团队每日更新，投产窗口变更须提前报备。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Acceptance Exam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标准结果 round2</dc:title>
  <dc:subject>金融科技部月度工作汇报自动更新验收题</dc:subject>
  <dc:creator>OpenAI</dc:creator>
  <cp:lastModifiedBy>OpenAI</cp:lastModifiedBy>
  <cp:revision>1</cp:revision>
  <dcterms:created xsi:type="dcterms:W3CDTF">2026-10-02T07:22:28Z</dcterms:created>
  <dcterms:modified xsi:type="dcterms:W3CDTF">2026-10-02T07:22:28Z</dcterms:modified>
</cp:coreProperties>
</file>